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63" d="100"/>
          <a:sy n="63" d="100"/>
        </p:scale>
        <p:origin x="728" y="5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9/22/2026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9/22/2026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image" Target="../media/image14.png"/><Relationship Id="rId5" Type="http://schemas.openxmlformats.org/officeDocument/2006/relationships/oleObject" Target="../embeddings/oleObject16.bin"/><Relationship Id="rId10" Type="http://schemas.openxmlformats.org/officeDocument/2006/relationships/image" Target="../media/image13.png"/><Relationship Id="rId4" Type="http://schemas.openxmlformats.org/officeDocument/2006/relationships/slideLayout" Target="../slideLayouts/slideLayout2.xml"/><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US" sz="2800" dirty="0"/>
              <a:t>[Slide Title]</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a:t>
            </a:r>
            <a:r>
              <a:rPr lang="en-ZA" sz="1400" b="1" dirty="0">
                <a:solidFill>
                  <a:schemeClr val="tx1">
                    <a:lumMod val="50000"/>
                  </a:schemeClr>
                </a:solidFill>
              </a:rPr>
              <a:t>Prioritize Campaign A + Email as the main combination to scale, while continuing to monitor performance across Instagram and Web Banner.</a:t>
            </a:r>
            <a:endParaRPr lang="en-US" sz="1400" b="1" dirty="0">
              <a:solidFill>
                <a:schemeClr val="tx1">
                  <a:lumMod val="50000"/>
                </a:schemeClr>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96609"/>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ZA" sz="1200" b="1" dirty="0">
                <a:solidFill>
                  <a:schemeClr val="tx2"/>
                </a:solidFill>
              </a:rPr>
              <a:t>Customer Sales </a:t>
            </a:r>
            <a:r>
              <a:rPr lang="en-ZA" sz="1200" b="1">
                <a:solidFill>
                  <a:schemeClr val="tx2"/>
                </a:solidFill>
              </a:rPr>
              <a:t>by Campaign</a:t>
            </a:r>
            <a:endParaRPr lang="en-US" sz="1200" b="1" dirty="0">
              <a:solidFill>
                <a:schemeClr val="tx2"/>
              </a:solidFill>
            </a:endParaRP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6799" y="1719502"/>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ZA" sz="1200" b="1" dirty="0">
                <a:solidFill>
                  <a:schemeClr val="tx2"/>
                </a:solidFill>
              </a:rPr>
              <a:t>Customer Sales by Channel</a:t>
            </a:r>
            <a:endParaRPr lang="en-US" sz="1200" b="1" dirty="0">
              <a:solidFill>
                <a:schemeClr val="tx2"/>
              </a:solidFill>
            </a:endParaRP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663314"/>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ZA" sz="1200" b="1" dirty="0">
                <a:solidFill>
                  <a:schemeClr val="tx2"/>
                </a:solidFill>
              </a:rPr>
              <a:t>Customer Sales by Campaign and Channel</a:t>
            </a:r>
            <a:endParaRPr lang="en-US" sz="1200" b="1" dirty="0">
              <a:solidFill>
                <a:srgbClr val="21BF61"/>
              </a:solidFill>
            </a:endParaRP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19" name="Picture 18">
            <a:extLst>
              <a:ext uri="{FF2B5EF4-FFF2-40B4-BE49-F238E27FC236}">
                <a16:creationId xmlns:a16="http://schemas.microsoft.com/office/drawing/2014/main" id="{C6A7AD86-5560-B2BF-9EC5-11AD75EB7EE1}"/>
              </a:ext>
            </a:extLst>
          </p:cNvPr>
          <p:cNvPicPr>
            <a:picLocks noChangeAspect="1"/>
          </p:cNvPicPr>
          <p:nvPr/>
        </p:nvPicPr>
        <p:blipFill>
          <a:blip r:embed="rId9"/>
          <a:stretch>
            <a:fillRect/>
          </a:stretch>
        </p:blipFill>
        <p:spPr>
          <a:xfrm>
            <a:off x="4125692" y="2178004"/>
            <a:ext cx="2819545" cy="2518272"/>
          </a:xfrm>
          <a:prstGeom prst="rect">
            <a:avLst/>
          </a:prstGeom>
        </p:spPr>
      </p:pic>
      <p:pic>
        <p:nvPicPr>
          <p:cNvPr id="21" name="Picture 20">
            <a:extLst>
              <a:ext uri="{FF2B5EF4-FFF2-40B4-BE49-F238E27FC236}">
                <a16:creationId xmlns:a16="http://schemas.microsoft.com/office/drawing/2014/main" id="{F89DC2EA-9BBE-6BBE-0B94-2AC285CC7770}"/>
              </a:ext>
            </a:extLst>
          </p:cNvPr>
          <p:cNvPicPr>
            <a:picLocks noChangeAspect="1"/>
          </p:cNvPicPr>
          <p:nvPr/>
        </p:nvPicPr>
        <p:blipFill>
          <a:blip r:embed="rId10"/>
          <a:stretch>
            <a:fillRect/>
          </a:stretch>
        </p:blipFill>
        <p:spPr>
          <a:xfrm>
            <a:off x="7333876" y="2087812"/>
            <a:ext cx="4362674" cy="2578376"/>
          </a:xfrm>
          <a:prstGeom prst="rect">
            <a:avLst/>
          </a:prstGeom>
        </p:spPr>
      </p:pic>
      <p:pic>
        <p:nvPicPr>
          <p:cNvPr id="23" name="Picture 22">
            <a:extLst>
              <a:ext uri="{FF2B5EF4-FFF2-40B4-BE49-F238E27FC236}">
                <a16:creationId xmlns:a16="http://schemas.microsoft.com/office/drawing/2014/main" id="{F5AD3E60-F80C-9E7A-6B7D-F5FDB38CC34B}"/>
              </a:ext>
            </a:extLst>
          </p:cNvPr>
          <p:cNvPicPr>
            <a:picLocks noChangeAspect="1"/>
          </p:cNvPicPr>
          <p:nvPr/>
        </p:nvPicPr>
        <p:blipFill>
          <a:blip r:embed="rId11"/>
          <a:stretch>
            <a:fillRect/>
          </a:stretch>
        </p:blipFill>
        <p:spPr>
          <a:xfrm>
            <a:off x="641670" y="2099139"/>
            <a:ext cx="2909423" cy="2597137"/>
          </a:xfrm>
          <a:prstGeom prst="rect">
            <a:avLst/>
          </a:prstGeom>
        </p:spPr>
      </p:pic>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1511</TotalTime>
  <Words>43</Words>
  <Application>Microsoft Office PowerPoint</Application>
  <PresentationFormat>Widescreen</PresentationFormat>
  <Paragraphs>5</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[Slide Title]</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ntlakuso nkuna</cp:lastModifiedBy>
  <cp:revision>9</cp:revision>
  <cp:lastPrinted>2016-04-06T18:59:25Z</cp:lastPrinted>
  <dcterms:created xsi:type="dcterms:W3CDTF">2025-04-28T17:07:03Z</dcterms:created>
  <dcterms:modified xsi:type="dcterms:W3CDTF">2026-09-23T17:38:21Z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